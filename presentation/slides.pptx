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20067cb7274526" /><Relationship Type="http://schemas.openxmlformats.org/officeDocument/2006/relationships/extended-properties" Target="/docProps/app.xml" Id="R8db2ddd51b4b43ec" /><Relationship Type="http://schemas.openxmlformats.org/officeDocument/2006/relationships/officeDocument" Target="/ppt/presentation.xml" Id="R81db552e27424e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d6e7be99e944c4"/>
  </p:sldMasterIdLst>
  <p:notesMasterIdLst>
    <p:notesMasterId xmlns:r="http://schemas.openxmlformats.org/officeDocument/2006/relationships" r:id="R12cd4fbd678b40ab"/>
  </p:notesMasterIdLst>
  <p:sldIdLst>
    <p:sldId xmlns:r="http://schemas.openxmlformats.org/officeDocument/2006/relationships" id="256" r:id="R6712f8aa3f514532"/>
    <p:sldId xmlns:r="http://schemas.openxmlformats.org/officeDocument/2006/relationships" id="257" r:id="R3942560a59ed4e9d"/>
    <p:sldId xmlns:r="http://schemas.openxmlformats.org/officeDocument/2006/relationships" id="258" r:id="Rbd0ee3fb548e44d4"/>
    <p:sldId xmlns:r="http://schemas.openxmlformats.org/officeDocument/2006/relationships" id="259" r:id="R8b33deb2b4c8489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43a459de98470a" /><Relationship Type="http://schemas.openxmlformats.org/officeDocument/2006/relationships/slideMaster" Target="/ppt/slideMasters/slideMaster1.xml" Id="Ra9d6e7be99e944c4" /><Relationship Type="http://schemas.openxmlformats.org/officeDocument/2006/relationships/notesMaster" Target="/ppt/notesMasters/notesMaster1.xml" Id="R12cd4fbd678b40ab" /><Relationship Type="http://schemas.openxmlformats.org/officeDocument/2006/relationships/presProps" Target="/ppt/presProps.xml" Id="R8acc89ca09974163" /><Relationship Type="http://schemas.openxmlformats.org/officeDocument/2006/relationships/tableStyles" Target="/ppt/tableStyles.xml" Id="Rf3c01c6a7cc7454a" /><Relationship Type="http://schemas.openxmlformats.org/officeDocument/2006/relationships/slide" Target="/ppt/slides/slide1.xml" Id="R6712f8aa3f514532" /><Relationship Type="http://schemas.openxmlformats.org/officeDocument/2006/relationships/slide" Target="/ppt/slides/slide2.xml" Id="R3942560a59ed4e9d" /><Relationship Type="http://schemas.openxmlformats.org/officeDocument/2006/relationships/slide" Target="/ppt/slides/slide3.xml" Id="Rbd0ee3fb548e44d4" /><Relationship Type="http://schemas.openxmlformats.org/officeDocument/2006/relationships/slide" Target="/ppt/slides/slide4.xml" Id="R8b33deb2b4c8489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50ff5e8f4148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b8c7720cc84133" /><Relationship Type="http://schemas.openxmlformats.org/officeDocument/2006/relationships/notesMaster" Target="/ppt/notesMasters/notesMaster1.xml" Id="Rbef09adc28154fc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4190d6d072497f" /><Relationship Type="http://schemas.openxmlformats.org/officeDocument/2006/relationships/notesMaster" Target="/ppt/notesMasters/notesMaster1.xml" Id="R73546810c98846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9ef7da19324416" /><Relationship Type="http://schemas.openxmlformats.org/officeDocument/2006/relationships/notesMaster" Target="/ppt/notesMasters/notesMaster1.xml" Id="R62c0213e818a40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c3f2a009344d09" /><Relationship Type="http://schemas.openxmlformats.org/officeDocument/2006/relationships/notesMaster" Target="/ppt/notesMasters/notesMaster1.xml" Id="Rb2ba4b8e89b540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0–1 minute, slide. Copying keys into integration configs creates more sensitive files to protect and update. Save a vault reference and resolve it at startup. 1–3 minutes, live: run op run --env-file=.env.demo -- python ticket_mcp.py --ticket-id T-101. Show the JSON result and reference-only file. The API uses synthetic data and an independently provisioned disposable token. Keep the token off screen. Terminal mode does not call an LLM or use MCP transport. Source: project README; https://www.1password.dev/cli/reference/commands/run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3–4 minutes, slide. An op:// reference locates a vault field. CLI account permissions control access. op run resolves the value before launching Python and supplies it as an environment variable, a named value available to that process. Python sends it in an Authorization header. The separate API checks the expected token. Authentication verifies the token; authorization controls permitted actions. This example has no per-user ticket permissions. The process still holds plaintext. Source: ticket_mcp.py and demo_api.py; https://www.1password.dev/cli/reference/commands/run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4–5 minutes, slide. One validated lookup supports terminal and MCP clients. A tool contract specifies allowed input and output. MCP uses standard input/output here. 5–7 minutes, live code: show argument validation, environment read, fixed endpoint, and response filtering in ticket_mcp.py. 7–9 minutes, live: request T-999, then recover with T-101. 9–11 minutes, live: run python smoke_mcp.py and show README setup and troubleshooting. This rehearsal checks real MCP communication with fixture credentials. It does not prove live vault access or model behavior. Source: project implementation, tests, and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11–12 minutes, slide. References remove embedded credential values from saved configuration, not from process memory. Filtering returns only required fields; retained text remains untrusted. Relaunch after changing a vault value. Revoke compromised keys at the issuer too. Host isolation, per-user permissions, and agent identity are separate concerns. Use appropriate OAuth or managed identity where available. Invite the audience to try a disposable-credential quickstart. Do not claim measured incident or onboarding improvements. Source: project README; https://www.1password.dev/cli/reference/commands/run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c940e0f1aa4a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73e1cc44184e5e" /><Relationship Type="http://schemas.openxmlformats.org/officeDocument/2006/relationships/slideLayout" Target="/ppt/slideLayouts/slideLayout1.xml" Id="R4d47bd54948a47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47bd54948a47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fa2d095544dbe" /><Relationship Type="http://schemas.openxmlformats.org/officeDocument/2006/relationships/notesSlide" Target="/ppt/notesSlides/notesSlide1.xml" Id="R75279819fb3742f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dc88a009448e3" /><Relationship Type="http://schemas.openxmlformats.org/officeDocument/2006/relationships/notesSlide" Target="/ppt/notesSlides/notesSlide2.xml" Id="R4124f34394fa4e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242ea19624c87" /><Relationship Type="http://schemas.openxmlformats.org/officeDocument/2006/relationships/notesSlide" Target="/ppt/notesSlides/notesSlide3.xml" Id="R21171fa775eb4b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01e7a29274423" /><Relationship Type="http://schemas.openxmlformats.org/officeDocument/2006/relationships/notesSlide" Target="/ppt/notesSlides/notesSlide4.xml" Id="R4104e49e1f1d45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FA66A7-C9D9-48B7-A7DE-F9FB1279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8204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4650" b="1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4650" b="1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6F8FC"/>
                </a:solidFill>
                <a:latin typeface="Helvetica Neue"/>
                <a:ea typeface="Helvetica Neue"/>
                <a:cs typeface="Helvetica Neue"/>
              </a:rPr>
              <a:t>API access without</a:t>
            </a:r>
          </a:p>
          <a:p xmlns:a="http://schemas.openxmlformats.org/drawingml/2006/main">
            <a:pPr algn="l">
              <a:buNone/>
              <a:defRPr sz="4650" b="1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>
                <a:solidFill>
                  <a:srgbClr val="F6F8FC"/>
                </a:solidFill>
                <a:latin typeface="Helvetica Neue"/>
                <a:ea typeface="Helvetica Neue"/>
                <a:cs typeface="Helvetica Neue"/>
              </a:rPr>
              <a:t>hardcoded keys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B520B-91A7-4AB9-A440-5E9118E3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4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rPr>
              <a:t>Copying API keys into tool configuration creates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rPr>
              <a:t>more files to protect and update.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F73A8-F883-4F21-A0EA-F55F39EE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38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7EC7FF"/>
                </a:solidFill>
                <a:latin typeface="Helvetica Neue"/>
                <a:ea typeface="Helvetica Neue"/>
                <a:cs typeface="Helvetica Neue"/>
              </a:rPr>
              <a:t>Raymond Lee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C8349-CF1F-41C2-981E-4DD44541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721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95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195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rPr>
              <a:t>Demo: support-ticket access from a terminal or MCP 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57F3A-6CD1-49FE-A0FC-85EBBE06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rPr>
              <a:t>The problem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768711-F353-48BB-8B19-E24910F7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52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rPr>
              <a:t>The approach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03B79B-32D3-4646-9436-62337DAF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2432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4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rPr>
              <a:t>Save a 1Password reference. Resolve the key</a:t>
            </a:r>
          </a:p>
          <a:p xmlns:a="http://schemas.openxmlformats.org/drawingml/2006/main">
            <a:pPr algn="l">
              <a:buNone/>
              <a:defRPr sz="24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rPr>
              <a:t>only when the tool starts.</a:t>
            </a:r>
          </a:p>
        </p:txBody>
      </p:sp>
    </p:spTree>
    <p:extLst>
      <p:ext uri="{BB962C8B-B14F-4D97-AF65-F5344CB8AC3E}">
        <p14:creationId xmlns:p14="http://schemas.microsoft.com/office/powerpoint/2010/main" val="15565990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F8ADF8-4CFC-4E84-8C06-AD9F6769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450" b="1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3450" b="1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F6F8FC"/>
                </a:solidFill>
                <a:latin typeface="Helvetica Neue"/>
                <a:ea typeface="Helvetica Neue"/>
                <a:cs typeface="Helvetica Neue"/>
              </a:rPr>
              <a:t>Secret references and startup injection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B9BAB3-E3A8-49AA-BB6F-3FF7DB7C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1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rPr>
              <a:t>1. Reference in configuration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19DE5-9195-4A92-B481-9859251F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4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rPr>
              <a:t>op://demo-vault/ticket-api/password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79449-0782-400B-86BC-0FEFB72A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1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rPr>
              <a:t>2. Credential in the running process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237AA-8789-4D69-BDE1-E0FDD919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175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175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rPr>
              <a:t>op run resolves the reference into a process environment variable.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628A7B-DD10-451E-9C56-8AE54BECE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1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1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rPr>
              <a:t>3. Selected data returned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208FC-BF14-4A6C-82CC-5445C009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25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25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rPr>
              <a:t>The caller receives only ticket ID, title, and status.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1811D-ED1C-4B9F-A975-F5D99C48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rPr>
              <a:t>A locator for a vault field. Account permissions still control access.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366421-5AA6-4656-9D96-52F2AE85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rPr>
              <a:t>Python sends the key in an Authorization header to the local API.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652E2-A44B-489E-9B7C-08127CAF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rPr>
              <a:t>The credential stays out of saved tool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708330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1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55FA8-DB52-46CC-9861-D3238946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600" b="1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6F8FC"/>
                </a:solidFill>
                <a:latin typeface="Helvetica Neue"/>
                <a:ea typeface="Helvetica Neue"/>
                <a:cs typeface="Helvetica Neue"/>
              </a:rPr>
              <a:t>One lookup, two ways to use 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83319-B896-41C4-A82A-1F137177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90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4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BAA5F3-6C0D-4B29-8E17-16C6E048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6002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4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rPr>
              <a:t>A narrow tool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CC7D33-1368-41B3-9367-3D57686A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90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4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F5A65-56F5-4FFE-AB49-6A9BDDFE0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73367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4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rPr>
              <a:t>Terminal or MCP 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9621B9-F71C-4C1A-9679-D6243391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90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4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D1BB92-EEFC-4C08-BD84-ABD3081B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8671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4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rPr>
              <a:t>Useful failure recovery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DB152-3229-4262-9476-D3E739DE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904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4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4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BFBEB-F31D-4151-8D02-26EC0EA0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00625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4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4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rPr>
              <a:t>Repeatable setup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F89706-E9AE-40E2-8B3D-38752FF57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315075"/>
            <a:ext cx="9429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725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1725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rPr>
              <a:t>Read-only ticket access with no required IDE or LLM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AA0C10-180A-43BE-88D4-9A18FA45D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66925"/>
            <a:ext cx="942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rPr>
              <a:t>An exact ticket ID in. Selected metadata out. A fixed local endpoint.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609E48-FC21-4B43-8F65-5FC3F00A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200400"/>
            <a:ext cx="942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rPr>
              <a:t>Terminal calls Python directly. MCP (Model Context Protocol) serves compatible clients.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5B553-FFE1-4ACF-9372-0724624D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33875"/>
            <a:ext cx="942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rPr>
              <a:t>T-999 returns ticket_not_found. T-101 succeeds on the next call.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BAACE2-3D66-4F82-82B9-E42E9FAE5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67350"/>
            <a:ext cx="942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rPr>
              <a:t>Fixture rehearsal: success, missing ticket, recovery. No vault or model needed.</a:t>
            </a:r>
          </a:p>
        </p:txBody>
      </p:sp>
    </p:spTree>
    <p:extLst>
      <p:ext uri="{BB962C8B-B14F-4D97-AF65-F5344CB8AC3E}">
        <p14:creationId xmlns:p14="http://schemas.microsoft.com/office/powerpoint/2010/main" val="4052354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1D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09EAFE-C183-4060-8400-0BDDA2BC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600" b="1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3600" b="1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F6F8FC"/>
                </a:solidFill>
                <a:latin typeface="Helvetica Neue"/>
                <a:ea typeface="Helvetica Neue"/>
                <a:cs typeface="Helvetica Neue"/>
              </a:rPr>
              <a:t>Security benefits and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C71628-56C2-4193-AE62-448A26EC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325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rPr>
              <a:t>Reduced credential copying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126AC8-0B4D-483F-B271-D40EFCB2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527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325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rPr>
              <a:t>Data minimization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213A6-AC92-4437-A9F5-9865FC02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325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325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7EC7FF"/>
                </a:solidFill>
                <a:latin typeface="Helvetica Neue"/>
                <a:ea typeface="Helvetica Neue"/>
                <a:cs typeface="Helvetica Neue"/>
              </a:rPr>
              <a:t>Vault updates require a new launch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C906E-9F89-44F3-942B-2EF781A8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BDCADD"/>
                </a:solidFill>
                <a:latin typeface="Helvetica Neue"/>
                <a:ea typeface="Helvetica Neue"/>
                <a:cs typeface="Helvetica Neue"/>
              </a:rPr>
              <a:t>Host isolation and per-user access control remain separate responsibilities.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8DDAA-C360-4133-B86C-D55578A4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1066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rPr>
              <a:t>Saved configuration holds a reference.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rPr>
              <a:t>The running process still holds the plaintext credential.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FC329-3983-4BC0-BC1A-0E9AB478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066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rPr>
              <a:t>The tool returns only ID, title, and status.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rPr>
              <a:t>It omits all other fields from its response.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8A756-58A8-436E-BD02-A5EAD09B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6680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buNone/>
              <a:defRPr sz="21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6F8FC"/>
                </a:solidFill>
                <a:latin typeface="Helvetica Neue"/>
                <a:ea typeface="Helvetica Neue"/>
                <a:cs typeface="Helvetica Neue"/>
              </a:rPr>
              <a:t>Relaunch after a vault edit. Revoke compromised keys at their issuing service.</a:t>
            </a:r>
          </a:p>
        </p:txBody>
      </p:sp>
    </p:spTree>
    <p:extLst>
      <p:ext uri="{BB962C8B-B14F-4D97-AF65-F5344CB8AC3E}">
        <p14:creationId xmlns:p14="http://schemas.microsoft.com/office/powerpoint/2010/main" val="1593898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2026-10-15T16:42:04.8210000Z</dcterms:created>
  <dcterms:modified xsi:type="dcterms:W3CDTF">2026-10-15T16:42:04.8210000Z</dcterms:modified>
</coreProperties>
</file>